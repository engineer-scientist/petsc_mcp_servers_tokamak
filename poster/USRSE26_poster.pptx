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402336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42428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800" b="1">
                <a:solidFill>
                  <a:srgbClr val="FFFFFF"/>
                </a:solidFill>
              </a:rPr>
              <a:t>A System of Multiple AI Agents for Automating Tokamak-Plasma Simulation for Nuclear Fusion Energy</a:t>
            </a:r>
          </a:p>
          <a:p>
            <a:pPr algn="l">
              <a:spcAft>
                <a:spcPts val="600"/>
              </a:spcAft>
            </a:pPr>
            <a:r>
              <a:rPr sz="3400" b="0">
                <a:solidFill>
                  <a:srgbClr val="CFE6EA"/>
                </a:solidFill>
              </a:rPr>
              <a:t>A hierarchical multi-agent PETSc system: from a plain-language prompt to verified, real-machine Grad-Shafranov equilibria</a:t>
            </a:r>
          </a:p>
          <a:p>
            <a:pPr algn="l">
              <a:spcAft>
                <a:spcPts val="600"/>
              </a:spcAft>
            </a:pPr>
            <a:r>
              <a:rPr sz="2700" b="0">
                <a:solidFill>
                  <a:srgbClr val="FFFFFF"/>
                </a:solidFill>
              </a:rPr>
              <a:t>Sarthak Sharma¹  ·  Dr Junchao Zhang²  ·  Prof Matthew Knepley¹  ·  Dr Lois Curfman McInnes²  ·  US-RSE 2026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CFE6EA"/>
                </a:solidFill>
              </a:rPr>
              <a:t>¹ Computational and Data Sciences, State University of New York at Buffalo        ² Division of Mathematics and Computer Science, Argonne National Laboratory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572000"/>
            <a:ext cx="13624560" cy="508157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457200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 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3075920" cy="35270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Building correct, fast HPC simulation code demands scarce, implicit expertise. Can a system of multiple AI agents automate the path from a plain-language idea to VERIFIED code for a real fusion problem?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We answer yes for the tokamak Grad-Shafranov equilibrium — with verification as a first-class deliverable.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659418"/>
            <a:ext cx="13624560" cy="5971594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0659418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1985298"/>
            <a:ext cx="13075920" cy="44171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Axisymmetric ideal-MHD force balance for the poloidal flux psi(R,Z):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07D8A"/>
                </a:solidFill>
              </a:rPr>
              <a:t>Δ*psi = -μ₀R² p'(psi) - F F'(psi)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Sets the flux surfaces, magnetic axis, plasma shape, and safety factor q.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Solov'ev profiles admit an EXACT solution → a rigorous verification anchor.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67559" y="4572000"/>
            <a:ext cx="13624560" cy="572085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767559" y="457200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4  The pipeline in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41880" y="5897880"/>
            <a:ext cx="13075920" cy="41663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1F1F"/>
                </a:solidFill>
              </a:rPr>
              <a:t>Prompt: “the Grad-Shafranov equilibrium for a tokamak plasma.”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Modeling → ‘Grad-Shafranov equation’, steady.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Numerical Analysis → nonlinear ⇒ SNES on a DMDA.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Code Generation → ONE 252-line parametrized PETSc solver.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Compiled &amp; ran on 1 and 4 MPI ranks — no human edits.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767559" y="11298691"/>
            <a:ext cx="13624560" cy="711531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767559" y="11298691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5  Generated solver (excerpt)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41880" y="12624571"/>
            <a:ext cx="13075920" cy="5560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0">
                <a:solidFill>
                  <a:srgbClr val="4A4A4A"/>
                </a:solidFill>
                <a:latin typeface="Consolas"/>
              </a:rPr>
              <a:t>/* GS operator (normalized x=R/R0), 2nd-order FD */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DMDACreate2d(...,DMDA_STENCIL_STAR,...,&amp;da);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dxx=(u[j][i+1]-2*u[j][i]+u[j][i-1])/hx2;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dyy=(u[j+1][i]-2*u[j][i]+u[j-1][i])/hy2;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f[j][i]=dxx-dx/x+dyy-((1-A)*x*x+A);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4A4A4A"/>
                </a:solidFill>
                <a:latin typeface="Consolas"/>
              </a:rPr>
              <a:t>/* Dirichlet BC = analytic CF psi (nonzero) */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f[b]=u[b]-PsiExact(&amp;u,x,y);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SNESSetJacobian(snes,J,J,FormJacobian,&amp;u);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SNESSolve(snes,NULL,X);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95039" y="17899380"/>
            <a:ext cx="13624560" cy="489661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895039" y="1789938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8  Safety factor &amp; FreeGS cross-check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9360" y="19225260"/>
            <a:ext cx="13075920" cy="33421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Safety-factor q(ψ_N) computed from the verified flux surfaces: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ITER q95≈2.9 · NSTX q95≈12.4 · X-point q95≈3.2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Cross-checked vs FreeGS’s independent q on the SAME field → agree to &lt; 0.2%.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Measured κ, δ match the input shaping to ~1–2%.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95039" y="23801832"/>
            <a:ext cx="13624560" cy="646480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95039" y="23801832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9  Results &amp; conclusions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69360" y="25127712"/>
            <a:ext cx="13075920" cy="4910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One 252-line solver, 0 hand-written, verified on 3 real-machine equilibria.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2nd-order accurate (p = 2.00) on every case; runs on 1 &amp; 4 MPI ranks.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Efficiency: ~311.4 s wall-clock; ~27 LLM completions.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Verification-driven: exact-solution convergence + independent q cross-check.</a:t>
            </a:r>
          </a:p>
          <a:p>
            <a:pPr algn="l">
              <a:spcAft>
                <a:spcPts val="600"/>
              </a:spcAft>
            </a:pPr>
            <a:r>
              <a:rPr sz="2700" b="0">
                <a:solidFill>
                  <a:srgbClr val="007D8A"/>
                </a:solidFill>
              </a:rPr>
              <a:t>github.com/engineer-scientist/petsc_mcp_servers_tokamak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17636852"/>
            <a:ext cx="13624560" cy="12629787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17636852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  The multi-agent system</a:t>
            </a:r>
          </a:p>
        </p:txBody>
      </p:sp>
      <p:pic>
        <p:nvPicPr>
          <p:cNvPr id="24" name="Picture 23" descr="system_of_multiple_AI_agents_to_automate_simu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008452"/>
            <a:ext cx="12710160" cy="98408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4400" y="2903220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Fig. 1  A Problem-Definition layer, an Orchestrator agent + shared/persistent memory (Workflow Control), and specialist Modeling / Numerical-Analysis / Code-Generation / Visualization agents (Agent Execution).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767559" y="19419843"/>
            <a:ext cx="13624560" cy="10846796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767559" y="19419843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6  Real-machine equilibria</a:t>
            </a:r>
          </a:p>
        </p:txBody>
      </p:sp>
      <p:pic>
        <p:nvPicPr>
          <p:cNvPr id="28" name="Picture 27" descr="shaped_equilib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59" y="20791443"/>
            <a:ext cx="12710159" cy="80578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041880" y="2903220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Fig. 2  One agent-generated solver → ITER, spherical-tokamak (NSTX-like) and diverted double-null (X-point) equilibria. Red = separatrix; × = X-points.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95039" y="4572000"/>
            <a:ext cx="13624560" cy="123215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95039" y="457200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7  Verification: 2nd order</a:t>
            </a:r>
          </a:p>
        </p:txBody>
      </p:sp>
      <p:pic>
        <p:nvPicPr>
          <p:cNvPr id="32" name="Picture 31" descr="shaped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39" y="5943600"/>
            <a:ext cx="12710159" cy="95326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169360" y="1565910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Fig. 3  Method of manufactured solutions vs the exact Cerfon-Freidberg solution: observed order p = 2.00 for all three machines.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0403800"/>
            <a:ext cx="42611040" cy="27432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NL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307" y="30815280"/>
            <a:ext cx="4562721" cy="1371600"/>
          </a:xfrm>
          <a:prstGeom prst="rect">
            <a:avLst/>
          </a:prstGeom>
        </p:spPr>
      </p:pic>
      <p:pic>
        <p:nvPicPr>
          <p:cNvPr id="36" name="Picture 35" descr="PETSc_TAO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00468" y="30815280"/>
            <a:ext cx="8922827" cy="1371600"/>
          </a:xfrm>
          <a:prstGeom prst="rect">
            <a:avLst/>
          </a:prstGeom>
        </p:spPr>
      </p:pic>
      <p:pic>
        <p:nvPicPr>
          <p:cNvPr id="37" name="Picture 36" descr="SUNY_Buffalo_logo_rg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735" y="30815280"/>
            <a:ext cx="4530157" cy="137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