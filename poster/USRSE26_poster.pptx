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53035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42428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>
                <a:solidFill>
                  <a:srgbClr val="FFFFFF"/>
                </a:solidFill>
              </a:rPr>
              <a:t>Automated Problem-to-Solution Generation for Tokamak Fusion-Plasma Simulations</a:t>
            </a:r>
          </a:p>
          <a:p>
            <a:pPr algn="l">
              <a:spcAft>
                <a:spcPts val="600"/>
              </a:spcAft>
            </a:pPr>
            <a:r>
              <a:rPr sz="3400" b="0">
                <a:solidFill>
                  <a:srgbClr val="CFE6EA"/>
                </a:solidFill>
              </a:rPr>
              <a:t>A hierarchical multi-agent PETSc system: from a plain-language prompt to verified, real-machine Grad-Shafranov equilibria</a:t>
            </a:r>
          </a:p>
          <a:p>
            <a:pPr algn="l">
              <a:spcAft>
                <a:spcPts val="600"/>
              </a:spcAft>
            </a:pPr>
            <a:r>
              <a:rPr sz="2700" b="0">
                <a:solidFill>
                  <a:srgbClr val="FFFFFF"/>
                </a:solidFill>
              </a:rPr>
              <a:t>Sarthak Sharma (State University of New York at Buffalo)  ·  Dr Junchao Zhang (Mathematics and Computer Science Division, Argonne National Laboratory)  ·  US-RSE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5852160"/>
            <a:ext cx="13624560" cy="4425696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5852160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1 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7178040"/>
            <a:ext cx="13075920" cy="2871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Building correct, fast HPC simulation code demands scarce, implicit expertise. Can a multi-agent AI system automate the path from a plain-language idea to VERIFIED code for a real fusion problem?</a:t>
            </a:r>
          </a:p>
          <a:p>
            <a:pPr algn="l">
              <a:spcAft>
                <a:spcPts val="600"/>
              </a:spcAft>
            </a:pPr>
            <a:r>
              <a:rPr sz="3000" b="1">
                <a:solidFill>
                  <a:srgbClr val="007D8A"/>
                </a:solidFill>
              </a:rPr>
              <a:t>We answer yes for the tokamak Grad-Shafranov equilibrium — with verification as a first-class deliverable.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12649"/>
            <a:ext cx="13624560" cy="581863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12649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2 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738529"/>
            <a:ext cx="13075920" cy="4264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Axisymmetric ideal-MHD force balance for the poloidal flux psi(R,Z):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007D8A"/>
                </a:solidFill>
              </a:rPr>
              <a:t>Δ*psi = -μ₀R² p'(psi) - F F'(psi)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Sets the flux surfaces, magnetic axis, plasma shape, and safety factor q.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Solov'ev profiles admit an EXACT solution → a rigorous verification anchor.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614880"/>
            <a:ext cx="1362456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7614880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3  The multi-agent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940760"/>
            <a:ext cx="1307592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Specialist agents (MCP servers) on ANL's Argo (Claude Opus 4.8):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• Modeling → PDE identity &amp; weak form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• Numerical Analysis → grid, discretization, solver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• HPC Code Generation → writes, compiles &amp; runs PETSc C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• Driver → records every artifact (full provenance)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767559" y="5852160"/>
            <a:ext cx="13624560" cy="6132331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4767559" y="5852160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4  The pipeline in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41880" y="7178040"/>
            <a:ext cx="13075920" cy="45778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1F1F"/>
                </a:solidFill>
              </a:rPr>
              <a:t>Prompt: “the Grad-Shafranov equilibrium for a tokamak plasma.”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Modeling → ‘Grad-Shafranov equation’, steady.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Numerical Analysis → nonlinear ⇒ SNES on a DMDA.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Code Generation → ONE 252-line parametrized PETSc solver.</a:t>
            </a:r>
          </a:p>
          <a:p>
            <a:pPr algn="l">
              <a:spcAft>
                <a:spcPts val="600"/>
              </a:spcAft>
            </a:pPr>
            <a:r>
              <a:rPr sz="3000" b="1">
                <a:solidFill>
                  <a:srgbClr val="007D8A"/>
                </a:solidFill>
              </a:rPr>
              <a:t>Compiled &amp; ran on 1 and 4 MPI ranks — no human edits.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767559" y="12990331"/>
            <a:ext cx="13624560" cy="7526791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767559" y="12990331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5  Generated solver (excerpt)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41880" y="14316211"/>
            <a:ext cx="13075920" cy="59723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0">
                <a:solidFill>
                  <a:srgbClr val="4A4A4A"/>
                </a:solidFill>
                <a:latin typeface="Consolas"/>
              </a:rPr>
              <a:t>/* GS operator (normalized x=R/R0), 2nd-order FD */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1F1F1F"/>
                </a:solidFill>
                <a:latin typeface="Consolas"/>
              </a:rPr>
              <a:t>DMDACreate2d(...,DMDA_STENCIL_STAR,...,&amp;da);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1F1F1F"/>
                </a:solidFill>
                <a:latin typeface="Consolas"/>
              </a:rPr>
              <a:t>dxx=(u[j][i+1]-2*u[j][i]+u[j][i-1])/hx2;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1F1F1F"/>
                </a:solidFill>
                <a:latin typeface="Consolas"/>
              </a:rPr>
              <a:t>dyy=(u[j+1][i]-2*u[j][i]+u[j-1][i])/hy2;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1F1F1F"/>
                </a:solidFill>
                <a:latin typeface="Consolas"/>
              </a:rPr>
              <a:t>f[j][i]=dxx-dx/x+dyy-((1-A)*x*x+A);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4A4A4A"/>
                </a:solidFill>
                <a:latin typeface="Consolas"/>
              </a:rPr>
              <a:t>/* Dirichlet BC = analytic CF psi (nonzero) */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1F1F1F"/>
                </a:solidFill>
                <a:latin typeface="Consolas"/>
              </a:rPr>
              <a:t>f[b]=u[b]-PsiExact(&amp;u,x,y);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1F1F1F"/>
                </a:solidFill>
                <a:latin typeface="Consolas"/>
              </a:rPr>
              <a:t>SNESSetJacobian(snes,J,J,FormJacobian,&amp;u);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1F1F1F"/>
                </a:solidFill>
                <a:latin typeface="Consolas"/>
              </a:rPr>
              <a:t>SNESSolve(snes,NULL,X);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895039" y="19179540"/>
            <a:ext cx="13624560" cy="530809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895039" y="19179540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8  Safety factor &amp; FreeGS cross-check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169360" y="20505420"/>
            <a:ext cx="13075920" cy="37536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Safety-factor q(ψ_N) computed from the verified flux surfaces:</a:t>
            </a:r>
          </a:p>
          <a:p>
            <a:pPr algn="l">
              <a:spcAft>
                <a:spcPts val="600"/>
              </a:spcAft>
            </a:pPr>
            <a:r>
              <a:rPr sz="3000" b="1">
                <a:solidFill>
                  <a:srgbClr val="007D8A"/>
                </a:solidFill>
              </a:rPr>
              <a:t>ITER q95≈2.9 · NSTX q95≈12.4 · X-point q95≈3.2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Cross-checked vs FreeGS’s independent q on the SAME field → agree to &lt; 0.2%.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Measured κ, δ match the input shaping to ~1–2%.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895039" y="25493472"/>
            <a:ext cx="13624560" cy="68762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8895039" y="25493472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9  Results &amp; conclusions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169360" y="26819352"/>
            <a:ext cx="13075920" cy="5321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One 252-line solver, 0 hand-written, verified on 3 real-machine equilibria.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2nd-order accurate (p = 2.00) on every case; runs on 1 &amp; 4 MPI ranks.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Efficiency: ~311.4 s wall-clock; ~27 LLM completions.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Verification-driven: exact-solution convergence + independent q cross-check.</a:t>
            </a:r>
          </a:p>
          <a:p>
            <a:pPr algn="l">
              <a:spcAft>
                <a:spcPts val="600"/>
              </a:spcAft>
            </a:pPr>
            <a:r>
              <a:rPr sz="2700" b="0">
                <a:solidFill>
                  <a:srgbClr val="007D8A"/>
                </a:solidFill>
              </a:rPr>
              <a:t>github.com/engineer-scientist/petsc_mcp_servers_tokamak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10661454"/>
            <a:ext cx="13624560" cy="10367596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10661454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Fusion energy</a:t>
            </a:r>
          </a:p>
        </p:txBody>
      </p:sp>
      <p:pic>
        <p:nvPicPr>
          <p:cNvPr id="27" name="Picture 26" descr="schematic of nuclear fusion power pl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033054"/>
            <a:ext cx="12710159" cy="757867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4400" y="19794610"/>
            <a:ext cx="13075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0">
                <a:solidFill>
                  <a:srgbClr val="4A4A4A"/>
                </a:solidFill>
              </a:rPr>
              <a:t>A tokamak turns fusion heat into electricity; its plasma equilibrium is governed by the Grad-Shafranov equation.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767559" y="21522963"/>
            <a:ext cx="13624560" cy="10846796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767559" y="21522963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6  Real-machine equilibria</a:t>
            </a:r>
          </a:p>
        </p:txBody>
      </p:sp>
      <p:pic>
        <p:nvPicPr>
          <p:cNvPr id="31" name="Picture 30" descr="shaped_equilibr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24759" y="22894563"/>
            <a:ext cx="12710159" cy="805787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5041880" y="31135320"/>
            <a:ext cx="13075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0">
                <a:solidFill>
                  <a:srgbClr val="4A4A4A"/>
                </a:solidFill>
              </a:rPr>
              <a:t>Fig. 1  One agent-generated solver → ITER, spherical-tokamak (NSTX-like) and diverted double-null (X-point) equilibria. Red = separatrix; × = X-points.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8895039" y="5852160"/>
            <a:ext cx="13624560" cy="123215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8895039" y="5852160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7  Verification: 2nd order</a:t>
            </a:r>
          </a:p>
        </p:txBody>
      </p:sp>
      <p:pic>
        <p:nvPicPr>
          <p:cNvPr id="35" name="Picture 34" descr="shaped_converg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52239" y="7223760"/>
            <a:ext cx="12710159" cy="9532619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9169360" y="16939260"/>
            <a:ext cx="13075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0">
                <a:solidFill>
                  <a:srgbClr val="4A4A4A"/>
                </a:solidFill>
              </a:rPr>
              <a:t>Fig. 2  Method of manufactured solutions vs the exact Cerfon-Freidberg solution: observed order p = 2.00 for all three machines.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