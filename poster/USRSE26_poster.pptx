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84048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24281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</a:rPr>
              <a:t>Automated Problem-to-Solution Generation for a Tokamak Fusion-Plasma Simulation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CFE6EA"/>
                </a:solidFill>
              </a:rPr>
              <a:t>A hierarchical multi-agent PETSc system: from a plain-language prompt to a verified Grad-Shafranov MHD-equilibrium solver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</a:rPr>
              <a:t>[PRESENTER NAME], &lt;email&gt;, ORCID  ·  Mathematics and Computer Science Division, Argonne National Laboratory  ·  US-RSE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389120"/>
            <a:ext cx="13716000" cy="7863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 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5623560"/>
            <a:ext cx="13075920" cy="6400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1F1F1F"/>
                </a:solidFill>
              </a:rPr>
              <a:t>Turning a scientific idea into correct, fast HPC simulation code still demands scarce, largely implicit expertise in numerical methods and library APIs.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1F1F1F"/>
                </a:solidFill>
              </a:rPr>
              <a:t>Question: can a hierarchical multi-agent AI system automate that path for a real fusion-energy problem — and can the result be verified, not merely plausible?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1F1F1F"/>
                </a:solidFill>
              </a:rPr>
              <a:t>We apply the open PETSc multi-agent system to the tokamak Grad-Shafranov equilibrium, the MHD stretch goal of the DOE proposal on automated PDE problem-to-solution 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618720"/>
            <a:ext cx="13716000" cy="7315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61872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  The problem: Grad-Shafranov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3853160"/>
            <a:ext cx="13075920" cy="5852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1F1F1F"/>
                </a:solidFill>
              </a:rPr>
              <a:t>Axisymmetric ideal-MHD force balance for the poloidal flux ψ(R,Z):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007D8A"/>
                </a:solidFill>
              </a:rPr>
              <a:t>Δ* ψ = -μ₀ R² p′(ψ) - F F′(ψ)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1F1F1F"/>
                </a:solidFill>
              </a:rPr>
              <a:t>Its solution gives the flux surfaces, magnetic axis, and safety factor q that determine whether the plasma stays confined.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1F1F1F"/>
                </a:solidFill>
              </a:rPr>
              <a:t>Elliptic, nonlinear, time-independent → a natural PETSc SNES problem; verifiable against a manufactured exact 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299680"/>
            <a:ext cx="13716000" cy="1207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029968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  The multi-agent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534120"/>
            <a:ext cx="13075920" cy="10607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1F1F1F"/>
                </a:solidFill>
              </a:rPr>
              <a:t>Three layers of specialist agents, each a Model-Context-Protocol server: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Problem Definition — Mathematical Modeling agent → strong/weak form, PDE identity.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F1F1F"/>
                </a:solidFill>
              </a:rPr>
              <a:t>Agent Execution — Numerical Analysis agent → grid, discretization, solver;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F1F1F"/>
                </a:solidFill>
              </a:rPr>
              <a:t>        HPC Code Generation agent → writes, compiles &amp; runs PETSc C;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        compile-run agent → make / run on the real machine.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Workflow Control — a project-owned driver that records every artifact with provenance (reproducible, resumable).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4A4A4A"/>
                </a:solidFill>
              </a:rPr>
              <a:t>All agents run against Argonne's Argo gateway (Claude Opus 4.8).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0" y="4389120"/>
            <a:ext cx="13716000" cy="74980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087600" y="438912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4  The pipeline in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07640" y="5623560"/>
            <a:ext cx="13075920" cy="6035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1F1F"/>
                </a:solidFill>
              </a:rPr>
              <a:t>Prompt: “the Grad-Shafranov equilibrium for the plasma in a tokamak.”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Modeling agent → identified ‘Grad-Shafranov equation’; time-dependent = False.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Numerical Analysis agent → nonlinear solve with SNES.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Code Generation agent → 267-line PETSc DMDA+SNES solver (true Jacobian, MMS check).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7D8A"/>
                </a:solidFill>
              </a:rPr>
              <a:t>Compiled and ran on 1 and 4 MPI ranks — no human edits.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87600" y="12252959"/>
            <a:ext cx="13716000" cy="7680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087600" y="12252959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  The agent-generated solver (excerpt)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07640" y="13487399"/>
            <a:ext cx="13075920" cy="6217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4A4A4A"/>
                </a:solidFill>
                <a:latin typeface="Consolas"/>
              </a:rPr>
              <a:t>/* residual: Delta*_h psi - f, Dirichlet on edges */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dRR = (x[j][i+1]-2*x[j][i]+x[j][i-1])/(hR*hR);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dR  = (x[j][i+1]-x[j][i-1])/(2*hR);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dZZ = (x[j+1][i]-2*x[j][i]+x[j-1][i])/(hZ*hZ);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f[j][i] = dRR - dR/R + dZZ - ForcingF(user,R,Z);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SNESSetFunction(snes, r, FormFunction, &amp;user);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SNESSetJacobian(snes, J, J, FormJacobian, &amp;user);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F1F1F"/>
                </a:solidFill>
                <a:latin typeface="Consolas"/>
              </a:rPr>
              <a:t>SNESSolve(snes, NULL, x);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0" y="20299680"/>
            <a:ext cx="13716000" cy="1207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s_flux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0" y="20665440"/>
            <a:ext cx="8778240" cy="10241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407640" y="31363919"/>
            <a:ext cx="1307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A4A4A"/>
                </a:solidFill>
              </a:rPr>
              <a:t>Fig. 1  Poloidal flux surfaces ψ(R,Z) of the verified equilibrium (nested surfaces about the magnetic axis).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43680" y="4389120"/>
            <a:ext cx="13716000" cy="10424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63720" y="4617720"/>
            <a:ext cx="1307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02B5C"/>
                </a:solidFill>
              </a:rPr>
              <a:t>6  Verification: it is actually right</a:t>
            </a:r>
          </a:p>
        </p:txBody>
      </p:sp>
      <p:pic>
        <p:nvPicPr>
          <p:cNvPr id="24" name="Picture 23" descr="gs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0" y="5577840"/>
            <a:ext cx="10607040" cy="7955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9763720" y="13716000"/>
            <a:ext cx="13075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A4A4A"/>
                </a:solidFill>
              </a:rPr>
              <a:t>Fig. 2  Manufactured-solution error vs grid spacing; both norms track the h² reference → observed order p = 2.00, 2.00, 2.00.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43680" y="15361920"/>
            <a:ext cx="13716000" cy="8595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443680" y="1536192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7  Decision-gate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63720" y="16596360"/>
            <a:ext cx="13075920" cy="7132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Correctness — model identified ✓; compiled &amp; ran ✓; CONVERGED_FNORM_RELATIVE.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Second-order convergence: p = 2.00, 2.00, 2.00  (error 8.4e-04 → 1.3e-05 over 33→257).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Human effort — 0 lines of solver code hand-written; 267 generated by the agents.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1F1F1F"/>
                </a:solidFill>
              </a:rPr>
              <a:t>Efficiency — ~450.8 s wall-clock; 5 code-gen tool calls; ~23 LLM completions.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443680" y="24323040"/>
            <a:ext cx="13716000" cy="8046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443680" y="24323040"/>
            <a:ext cx="13716000" cy="10058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8  Contributions &amp; 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63720" y="25557480"/>
            <a:ext cx="13075920" cy="6583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A multi-agent system generated a correct, verified PETSc fusion-MHD solver from a prompt.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Verification-driven: exact-solution + grid-convergence checks, not just plausible output.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Contributed fixes upstream: CWD-independent server resolution; graceful no-docs/RAG operation; reliable code-gen capture.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4A4A4A"/>
                </a:solidFill>
              </a:rPr>
              <a:t>Next: shaped real-machine equilibria (Solov’ev/Cerfon-Freidberg), q-profile, GPU scale-up.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07D8A"/>
                </a:solidFill>
              </a:rPr>
              <a:t>Code + data: github.com/engineer-scientist/petsc_mcp_servers_tokamak   ·   System: gitlab.com/petsc/petsc_mcp_servers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