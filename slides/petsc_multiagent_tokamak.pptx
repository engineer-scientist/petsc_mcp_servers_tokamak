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72865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</a:rPr>
              <a:t>Automated Problem-to-Solution Generation</a:t>
            </a:r>
          </a:p>
          <a:p>
            <a:pPr algn="ctr"/>
            <a:r>
              <a:rPr sz="3300" b="1">
                <a:solidFill>
                  <a:srgbClr val="FFFFFF"/>
                </a:solidFill>
              </a:rPr>
              <a:t>for a Tokamak Fusion-Plasma Simulation</a:t>
            </a:r>
          </a:p>
          <a:p>
            <a:pPr algn="ctr">
              <a:spcBef>
                <a:spcPts val="1000"/>
              </a:spcBef>
            </a:pPr>
            <a:r>
              <a:rPr sz="2200">
                <a:solidFill>
                  <a:srgbClr val="7FD3DC"/>
                </a:solidFill>
              </a:rPr>
              <a:t>A hierarchical multi-agent PETSc system, applied and verified</a:t>
            </a:r>
          </a:p>
          <a:p>
            <a:pPr algn="ctr">
              <a:spcBef>
                <a:spcPts val="1000"/>
              </a:spcBef>
            </a:pPr>
            <a:r>
              <a:rPr sz="1600">
                <a:solidFill>
                  <a:srgbClr val="CFE0EA"/>
                </a:solidFill>
              </a:rPr>
              <a:t>Argonne National Laboratory - summer 2026 intern event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2B5C"/>
                </a:solidFill>
              </a:rPr>
              <a:t>Why: fusion energy needs trustworthy simulation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1277295" cy="54864"/>
          </a:xfrm>
          <a:prstGeom prst="rect">
            <a:avLst/>
          </a:prstGeom>
          <a:solidFill>
            <a:srgbClr val="00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1153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A tokamak confines a ~100-million-C plasma in a magnetic “cage” so nuclei fuse.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Simulation predicts - before building hardware - whether the plasma stays confined.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But turning a scientific idea into correct, fast HPC code needs scarce, implicit expertise: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4A4A4A"/>
                </a:solidFill>
              </a:rPr>
              <a:t>– numerical methods (grids, discretizations, solvers)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4A4A4A"/>
                </a:solidFill>
              </a:rPr>
              <a:t>– library APIs and parallelism (here: PETSc on many cores/GPUs)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4A4A4A"/>
                </a:solidFill>
              </a:rPr>
              <a:t>– verification: is the answer actually right?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Question: can a multi-agent AI system automate this path - and can we trust the result?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2B5C"/>
                </a:solidFill>
              </a:rPr>
              <a:t>The problem: tokamak Grad-Shafranov equilibrium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1277295" cy="54864"/>
          </a:xfrm>
          <a:prstGeom prst="rect">
            <a:avLst/>
          </a:prstGeom>
          <a:solidFill>
            <a:srgbClr val="00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852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Axisymmetric ideal-MHD force balance for the poloidal flux psi(R,Z):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4A4A4A"/>
                </a:solidFill>
              </a:rPr>
              <a:t>– Δ* psi = -μ₀ R² p'(psi) - F F'(psi)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Its solution gives the flux surfaces, magnetic axis, and safety factor q.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Elliptic, nonlinear, time-independent → a natural PETSc SNES problem.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Verifiable: a manufactured exact solution gives a rigorous convergence test.</a:t>
            </a:r>
          </a:p>
        </p:txBody>
      </p:sp>
      <p:pic>
        <p:nvPicPr>
          <p:cNvPr id="5" name="Picture 4" descr="gs_flux_sur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887" y="1554480"/>
            <a:ext cx="3840479" cy="44805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6080759"/>
            <a:ext cx="45107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solidFill>
                  <a:srgbClr val="4A4A4A"/>
                </a:solidFill>
              </a:rPr>
              <a:t>Flux surfaces of the verified solution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2B5C"/>
                </a:solidFill>
              </a:rPr>
              <a:t>The system: a 3-layer multi-agent pipeline (PETSc MCP)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1277295" cy="54864"/>
          </a:xfrm>
          <a:prstGeom prst="rect">
            <a:avLst/>
          </a:prstGeom>
          <a:solidFill>
            <a:srgbClr val="00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1153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Problem Definition - Mathematical Modeling agent → strong/weak form, name, time-dep.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Agent Execution - Numerical Analysis agent → grid, discretization, solver (SNES).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Agent Execution - HPC Code Generation agent → writes, compiles &amp; runs PETSc C.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Execution substrate - compile-run agent (make / run on the real machine).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All agents run against Argonne's Argo gateway (Claude Opus 4.8).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A project-owned driver records every artifact with provenance (reproducible, resumable).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2B5C"/>
                </a:solidFill>
              </a:rPr>
              <a:t>The pipeline in action (this run)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1277295" cy="54864"/>
          </a:xfrm>
          <a:prstGeom prst="rect">
            <a:avLst/>
          </a:prstGeom>
          <a:solidFill>
            <a:srgbClr val="00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1153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Prompt: “the Grad-Shafranov equilibrium for the plasma in a tokamak.”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Modeling agent → identified 'Grad-Shafranov equation'; time-dependent = False.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Numerical Analysis agent → nonlinear solve with SNES on a structured grid.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Code Generation agent → 267-line PETSc program (DMDA + SNES + true Jacobian).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Compiled and ran on 1 and 4 MPI ranks with no human edits.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2B5C"/>
                </a:solidFill>
              </a:rPr>
              <a:t>The agent-generated PETSc solver (excerpt)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1277295" cy="54864"/>
          </a:xfrm>
          <a:prstGeom prst="rect">
            <a:avLst/>
          </a:prstGeom>
          <a:solidFill>
            <a:srgbClr val="00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1153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Consolas"/>
              </a:rPr>
              <a:t>static PetscErrorCode FormFunction(SNES snes, Vec X, Vec F, void *ctx){</a:t>
            </a:r>
          </a:p>
          <a:p>
            <a:r>
              <a:rPr sz="1400">
                <a:solidFill>
                  <a:srgbClr val="1F1F1F"/>
                </a:solidFill>
                <a:latin typeface="Consolas"/>
              </a:rPr>
              <a:t>  /* Delta*_h psi = (psi_E-2psi_C+psi_W)/hR^2</a:t>
            </a:r>
          </a:p>
          <a:p>
            <a:r>
              <a:rPr sz="1400">
                <a:solidFill>
                  <a:srgbClr val="1F1F1F"/>
                </a:solidFill>
                <a:latin typeface="Consolas"/>
              </a:rPr>
              <a:t>                  - (1/R)(psi_E-psi_W)/(2hR)</a:t>
            </a:r>
          </a:p>
          <a:p>
            <a:r>
              <a:rPr sz="1400">
                <a:solidFill>
                  <a:srgbClr val="1F1F1F"/>
                </a:solidFill>
                <a:latin typeface="Consolas"/>
              </a:rPr>
              <a:t>                  + (psi_N-2psi_C+psi_S)/hZ^2   */</a:t>
            </a:r>
          </a:p>
          <a:p>
            <a:r>
              <a:rPr sz="1400">
                <a:solidFill>
                  <a:srgbClr val="1F1F1F"/>
                </a:solidFill>
                <a:latin typeface="Consolas"/>
              </a:rPr>
              <a:t>  f[j][i] = dRR - dR1/R + dZZ - ForcingF(user,R,Z);   /* residual */</a:t>
            </a:r>
          </a:p>
          <a:p>
            <a:r>
              <a:rPr sz="1400">
                <a:solidFill>
                  <a:srgbClr val="1F1F1F"/>
                </a:solidFill>
                <a:latin typeface="Consolas"/>
              </a:rPr>
              <a:t>}</a:t>
            </a:r>
          </a:p>
          <a:p>
            <a:r>
              <a:rPr sz="1400">
                <a:solidFill>
                  <a:srgbClr val="1F1F1F"/>
                </a:solidFill>
                <a:latin typeface="Consolas"/>
              </a:rPr>
              <a:t>SNESSetFunction(snes, r, FormFunction, &amp;user);</a:t>
            </a:r>
          </a:p>
          <a:p>
            <a:r>
              <a:rPr sz="1400">
                <a:solidFill>
                  <a:srgbClr val="1F1F1F"/>
                </a:solidFill>
                <a:latin typeface="Consolas"/>
              </a:rPr>
              <a:t>SNESSetJacobian(snes, J, J, FormJacobian, &amp;user);   /* true Jacobian */</a:t>
            </a:r>
          </a:p>
          <a:p>
            <a:r>
              <a:rPr sz="1400">
                <a:solidFill>
                  <a:srgbClr val="1F1F1F"/>
                </a:solidFill>
                <a:latin typeface="Consolas"/>
              </a:rPr>
              <a:t>SNESSolve(snes, NULL, x);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2B5C"/>
                </a:solidFill>
              </a:rPr>
              <a:t>Verification: it is actually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1277295" cy="54864"/>
          </a:xfrm>
          <a:prstGeom prst="rect">
            <a:avLst/>
          </a:prstGeom>
          <a:solidFill>
            <a:srgbClr val="00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852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Method of manufactured solutions: known exact psi, check the numerical error.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Max-norm error = 1.32e-05 on 65x65.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Observed order of accuracy p = 2.00, 2.00, 2.00 (expected 2 for central differences).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SNES: CONVERGED_FNORM_RELATIVE.</a:t>
            </a:r>
          </a:p>
        </p:txBody>
      </p:sp>
      <p:pic>
        <p:nvPicPr>
          <p:cNvPr id="5" name="Picture 4" descr="gs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554480"/>
            <a:ext cx="4510735" cy="33830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4983251"/>
            <a:ext cx="45107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solidFill>
                  <a:srgbClr val="4A4A4A"/>
                </a:solidFill>
              </a:rPr>
              <a:t>Manufactured-solution convergence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2B5C"/>
                </a:solidFill>
              </a:rPr>
              <a:t>Decision-gate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1277295" cy="54864"/>
          </a:xfrm>
          <a:prstGeom prst="rect">
            <a:avLst/>
          </a:prstGeom>
          <a:solidFill>
            <a:srgbClr val="00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1153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Correctness: model identified ✓, compiled &amp; ran ✓, 2nd-order convergence ✓.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Human effort: 0 lines of solver code hand-written (it was generated).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Efficiency: total wall-clock ≈ 450.8 s; code-gen used 5 tool calls.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Approx. 23 LLM completions across the whole pipeline.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2B5C"/>
                </a:solidFill>
              </a:rPr>
              <a:t>What I built and contributed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1277295" cy="54864"/>
          </a:xfrm>
          <a:prstGeom prst="rect">
            <a:avLst/>
          </a:prstGeom>
          <a:solidFill>
            <a:srgbClr val="00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1153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A project-owned orchestration driver with full artifact provenance (resumable).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Verification + post-processing (convergence, flux surfaces) and a metrics harness.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Fixes contributed back to the open multi-agent system: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4A4A4A"/>
                </a:solidFill>
              </a:rPr>
              <a:t>– CWD-independent server resolution (absolute paths)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4A4A4A"/>
                </a:solidFill>
              </a:rPr>
              <a:t>– graceful operation without the documentation/RAG services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4A4A4A"/>
                </a:solidFill>
              </a:rPr>
              <a:t>– a code-generation loop that reliably captures results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2B5C"/>
                </a:solidFill>
              </a:rPr>
              <a:t>Takeaways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1277295" cy="54864"/>
          </a:xfrm>
          <a:prstGeom prst="rect">
            <a:avLst/>
          </a:prstGeom>
          <a:solidFill>
            <a:srgbClr val="00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1153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A multi-agent system generated a correct, verified PETSc fusion-MHD solver from a prompt.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Verification-driven: convergence + exact-solution checks, not just plausible output.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Next: shaped real-machine equilibria (Solov'ev/Cerfon-Freidberg), q-profile, GPU scale-up.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Next: demonstrate the fully-autonomous built-in orchestrator agent end to end.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F1F1F"/>
                </a:solidFill>
              </a:rPr>
              <a:t>• Code + docs: github.com/engineer-scientist/petsc_mcp_servers_tokamak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