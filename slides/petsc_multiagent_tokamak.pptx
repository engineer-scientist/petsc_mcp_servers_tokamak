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002B5C"/>
                </a:solidFill>
              </a:rPr>
              <a:t>Automated Problem-to-Solution Generation for a
Tokamak Fusion-Plasma Simulation</a:t>
            </a:r>
          </a:p>
          <a:p>
            <a:r>
              <a:rPr sz="2200">
                <a:solidFill>
                  <a:srgbClr val="007D8A"/>
                </a:solidFill>
              </a:rPr>
              <a:t>A hierarchical multi-agent PETSc system, applied and verified</a:t>
            </a:r>
          </a:p>
          <a:p>
            <a:r>
              <a:rPr sz="1600">
                <a:solidFill>
                  <a:srgbClr val="555555"/>
                </a:solidFill>
              </a:rPr>
              <a:t>Argonne National Laboratory — summer 2026 intern event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2B5C"/>
                </a:solidFill>
              </a:rPr>
              <a:t>Why: fusion energy needs trustworthy simulation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583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A tokamak confines a ~100-million-°C plasma in a magnetic “cage” so nuclei fuse.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Simulation predicts — before building hardware — whether the plasma stays confined.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But turning a scientific idea into correct, fast HPC code needs scarce, implicit expertise: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</a:rPr>
              <a:t>numerical methods (grids, discretizations, solvers)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</a:rPr>
              <a:t>library APIs and parallelism (here: PETSc on many cores/GPUs)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</a:rPr>
              <a:t>verification: is the answer actually right?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Question: can a multi-agent AI system automate this path — and can we trust the result?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2B5C"/>
                </a:solidFill>
              </a:rPr>
              <a:t>The problem: tokamak Grad–Shafranov equilibrium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The axisymmetric ideal-MHD force balance for the poloidal flux ψ(R,Z):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</a:rPr>
              <a:t>Δ* ψ = -μ₀ R² p′(ψ) - F F′(ψ)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Its solution gives the flux surfaces, magnetic axis, and safety factor q.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Elliptic, nonlinear, time-independent → a natural PETSc SNES problem.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Verifiable: a manufactured exact solution gives a rigorous convergence test.</a:t>
            </a:r>
          </a:p>
        </p:txBody>
      </p:sp>
      <p:pic>
        <p:nvPicPr>
          <p:cNvPr id="4" name="Picture 3" descr="gs_flux_surf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71600"/>
            <a:ext cx="4075611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2B5C"/>
                </a:solidFill>
              </a:rPr>
              <a:t>The system: a 3-layer multi-agent pipeline (PETSc MCP)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583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Problem Definition — Mathematical Modeling agent → strong/weak form, name, time-dep.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Agent Execution — Numerical Analysis agent → grid, discretization, solver (SNES).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Agent Execution — HPC Code Generation agent → writes, compiles &amp; runs PETSc C.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Execution substrate — compile-run agent (make / run on the real machine).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All agents run against Argonne's Argo gateway (Claude Opus 4.8).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A project-owned driver records every artifact with provenance (reproducible, resumable).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2B5C"/>
                </a:solidFill>
              </a:rPr>
              <a:t>The pipeline in action (this run)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583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Prompt: “the Grad–Shafranov equilibrium for the plasma in a tokamak.”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Modeling agent → identified 'Grad-Shafranov equation'; time-dependent = False.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Numerical Analysis agent → nonlinear solve with SNES on a structured grid.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Code Generation agent → 267-line PETSc program (DMDA + SNES + true Jacobian).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Compiled and ran on 1 and 4 MPI ranks with no human edits.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2B5C"/>
                </a:solidFill>
              </a:rPr>
              <a:t>The agent-generated PETSc solver (excerpt)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222222"/>
                </a:solidFill>
                <a:latin typeface="Courier New"/>
              </a:rPr>
              <a:t>static PetscErrorCode FormFunction(SNES snes, Vec X, Vec F, void *ctx){</a:t>
            </a:r>
          </a:p>
          <a:p>
            <a:r>
              <a:rPr sz="1400">
                <a:solidFill>
                  <a:srgbClr val="222222"/>
                </a:solidFill>
                <a:latin typeface="Courier New"/>
              </a:rPr>
              <a:t>  /* Delta*_h psi = (psi_E-2psi_C+psi_W)/hR^2 - (1/R)(psi_E-psi_W)/(2hR)</a:t>
            </a:r>
          </a:p>
          <a:p>
            <a:r>
              <a:rPr sz="1400">
                <a:solidFill>
                  <a:srgbClr val="222222"/>
                </a:solidFill>
                <a:latin typeface="Courier New"/>
              </a:rPr>
              <a:t>                  + (psi_N-2psi_C+psi_S)/hZ^2                          */</a:t>
            </a:r>
          </a:p>
          <a:p>
            <a:r>
              <a:rPr sz="1400">
                <a:solidFill>
                  <a:srgbClr val="222222"/>
                </a:solidFill>
                <a:latin typeface="Courier New"/>
              </a:rPr>
              <a:t>  f[j][i] = dRR - dR1/R + dZZ - ForcingF(user,R,Z);   /* residual */</a:t>
            </a:r>
          </a:p>
          <a:p>
            <a:r>
              <a:rPr sz="1400">
                <a:solidFill>
                  <a:srgbClr val="222222"/>
                </a:solidFill>
                <a:latin typeface="Courier New"/>
              </a:rPr>
              <a:t>}</a:t>
            </a:r>
          </a:p>
          <a:p>
            <a:r>
              <a:rPr sz="1400">
                <a:solidFill>
                  <a:srgbClr val="222222"/>
                </a:solidFill>
                <a:latin typeface="Courier New"/>
              </a:rPr>
              <a:t>SNESSetFunction(snes, r, FormFunction, &amp;user);</a:t>
            </a:r>
          </a:p>
          <a:p>
            <a:r>
              <a:rPr sz="1400">
                <a:solidFill>
                  <a:srgbClr val="222222"/>
                </a:solidFill>
                <a:latin typeface="Courier New"/>
              </a:rPr>
              <a:t>SNESSetJacobian(snes, J, J, FormJacobian, &amp;user);   /* true Jacobian */</a:t>
            </a:r>
          </a:p>
          <a:p>
            <a:r>
              <a:rPr sz="1400">
                <a:solidFill>
                  <a:srgbClr val="222222"/>
                </a:solidFill>
                <a:latin typeface="Courier New"/>
              </a:rPr>
              <a:t>SNESSolve(snes, NULL, x);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2B5C"/>
                </a:solidFill>
              </a:rPr>
              <a:t>Verification: it is actually right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Method of manufactured solutions: known exact ψ, check the numerical error.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Max-norm error = 1.32e-05 on 65×65.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Observed order of accuracy p = 2.00, 2.00, 2.00 (expected 2 for central differences).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SNES: SNESConvergedReason   : CONVERGED_FNORM_RELATIVE.</a:t>
            </a:r>
          </a:p>
        </p:txBody>
      </p:sp>
      <p:pic>
        <p:nvPicPr>
          <p:cNvPr id="4" name="Picture 3" descr="gs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463040"/>
            <a:ext cx="5029200" cy="37719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2B5C"/>
                </a:solidFill>
              </a:rPr>
              <a:t>Decision-gate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583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Correctness: model identified ✓, compiled &amp; ran ✓, 2nd-order convergence ✓.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Human effort: 0 lines of solver code hand-written (it was generated).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Efficiency: total wall-clock ≈ 450.8 s; code-gen used 5 tool calls.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Approx. 23 LLM completions across the whole pipeline.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2B5C"/>
                </a:solidFill>
              </a:rPr>
              <a:t>What I built and contributed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583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A project-owned orchestration driver with full artifact provenance (resumable).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Verification + post-processing (convergence, flux surfaces) and a metrics harness.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Fixes contributed back to the open multi-agent system: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</a:rPr>
              <a:t>CWD-independent server resolution (absolute paths)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</a:rPr>
              <a:t>graceful operation without the documentation/RAG services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</a:rPr>
              <a:t>a code-generation loop that reliably captures results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2B5C"/>
                </a:solidFill>
              </a:rPr>
              <a:t>Takeaways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583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A multi-agent system generated a correct, verified PETSc fusion-MHD solver from a prompt.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Verification-driven: convergence + exact-solution checks, not just plausible output.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Next: shaped real-machine equilibria (Solov’ev/Cerfon–Freidberg), q-profile, GPU scale-up.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Next: demonstrate the fully-autonomous built-in orchestrator agent end to end.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Code + docs: github.com/engineer-scientist/petsc_mcp_servers_tokamak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